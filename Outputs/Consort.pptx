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BB4B0-B471-5CE6-E842-6AEF10B39A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E73C8-214C-FA9B-64EE-D4C526F92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FB8CC-99BA-C345-2A80-DBA587597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9686-81FC-4202-AEEB-D7E92AA725D6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0BD37-6FB0-2A9E-54EF-FF1364C91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6D571-6E1E-E4E2-6FDC-D2FD92B96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2AF0-421B-42FA-8E85-2332FDF5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912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CDB7C-DB92-2B66-B2A1-6DFA10C37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00A1-32F3-EE5F-4D9B-2EA799089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D89BF-878F-1A22-2BDB-C565FD53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9686-81FC-4202-AEEB-D7E92AA725D6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1DB4F-6242-CC41-A587-14DC70299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DB336-698D-BDB7-E867-7C8B82C05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2AF0-421B-42FA-8E85-2332FDF5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488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CB4A-6EBA-4215-D9F3-12895876D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74F75-8631-019F-ECB3-A198B4D4D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A3053-D155-B461-CF92-C777058E0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9686-81FC-4202-AEEB-D7E92AA725D6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4D505-0C98-308B-F24C-52E3FA63C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15555-6453-8DAC-2267-A67041363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2AF0-421B-42FA-8E85-2332FDF5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460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8B1F-5126-6EBC-2811-74E156273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149F7-F00E-66A6-AA57-44B8EF2910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82046-7BC9-E1CD-4B26-9621919DB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DC2D7-CE92-1DCD-C033-1DB066E66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9686-81FC-4202-AEEB-D7E92AA725D6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8E6D8-59EF-D8CF-B548-C0B55E196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80898-DD9C-FC7D-546C-842AC6D59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2AF0-421B-42FA-8E85-2332FDF5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4449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7E69-2695-955E-0DD4-BFEFE5CA1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CF653-D3BC-2E57-C22B-350F82BC4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1E126-C859-E8F6-D0DD-6FE2773B9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608C0-7F33-1BF4-DA21-CCC8C787A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F3A392-C5BE-EB83-BE4B-E8612CE7E8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D2901-B591-4D8A-3167-C44E24E46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9686-81FC-4202-AEEB-D7E92AA725D6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CF218C-1BC9-5603-BD96-182B1D32B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CB319C-9B62-7D3C-1452-EE554A510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2AF0-421B-42FA-8E85-2332FDF5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01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D4290-817F-DF46-2C17-357F9ECAE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5DC9E3-55D3-979F-8F80-90807783A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9686-81FC-4202-AEEB-D7E92AA725D6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BE095D-DBE9-B626-FF33-0C16D6A8C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2181E-1BCD-9296-C82E-EC212085D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2AF0-421B-42FA-8E85-2332FDF5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05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BD954-B49A-890C-3E40-6FFB2BA5D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9686-81FC-4202-AEEB-D7E92AA725D6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B61BE4-677F-9167-18F2-4A3B3AEA6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5E543-E7C4-217B-07F5-DFED356A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2AF0-421B-42FA-8E85-2332FDF5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846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E15D-0A85-1375-87BD-D8B34E193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C5C9E-D8BD-4083-FEC9-0500CBEC7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6521A-3B63-4703-C409-8D069488C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6534A-15AC-DF25-0CFB-986DF1363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9686-81FC-4202-AEEB-D7E92AA725D6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DD32E-7C0A-CD8A-BABB-16A428AC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1E9E4-69B3-4050-8554-C13150A67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2AF0-421B-42FA-8E85-2332FDF5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801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51FB-A84F-1404-B558-512A3A2A5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48CA5-3987-BC81-F131-B43199D2CC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8B084-AC8C-0507-9BED-35D8054AC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1CC7F-530D-EC2E-991F-C4ADF30F5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9686-81FC-4202-AEEB-D7E92AA725D6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2026B-A337-5256-4B8B-A09FA546E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54316-BDF7-862E-E3BE-8C8B27F6A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2AF0-421B-42FA-8E85-2332FDF5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6411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7F9CC-4172-5650-5581-465602EEE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FA741-9297-E8EB-A072-D01AC9920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288FB-A16F-9AFB-2340-E2126D27E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9686-81FC-4202-AEEB-D7E92AA725D6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E225B-2BA5-D0AD-7B07-6BAA1E0A6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66C01-ACF1-4E62-B9FC-590FB3E26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2AF0-421B-42FA-8E85-2332FDF5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949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7BFC63-25D8-B683-F32D-AEFDE36DE2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F35E0-3B6A-A55E-166B-1A683B14A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99DC8-16C4-2F72-CDF9-B3AB3BF5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A9686-81FC-4202-AEEB-D7E92AA725D6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BE816-1900-79C7-0005-DE50CD320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E4DB8-2084-B8C2-DC9B-D48F435B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2AF0-421B-42FA-8E85-2332FDF5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64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302DA5-21AB-F5F9-7574-E6D05CB75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E714F-7A95-B24F-0ECF-E91FEB681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4580F-793A-6A7D-664E-AEFF1CC71D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A9686-81FC-4202-AEEB-D7E92AA725D6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0305D-0108-9E96-03F9-F460A26AF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F3AF-8EA9-5569-584E-B0805849C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652AF0-421B-42FA-8E85-2332FDF592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46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77825BA2-B74A-FE2C-8E92-EC63A4B0653B}"/>
              </a:ext>
            </a:extLst>
          </p:cNvPr>
          <p:cNvGrpSpPr/>
          <p:nvPr/>
        </p:nvGrpSpPr>
        <p:grpSpPr>
          <a:xfrm>
            <a:off x="343226" y="1497204"/>
            <a:ext cx="11604219" cy="5090219"/>
            <a:chOff x="343226" y="1497204"/>
            <a:chExt cx="11604219" cy="5090219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C2EB2F3-7B8A-EECE-E8DE-96538E73875F}"/>
                </a:ext>
              </a:extLst>
            </p:cNvPr>
            <p:cNvSpPr txBox="1"/>
            <p:nvPr/>
          </p:nvSpPr>
          <p:spPr>
            <a:xfrm>
              <a:off x="343226" y="1497204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754348-DAD9-786B-AE54-8D74CAE19B1D}"/>
                </a:ext>
              </a:extLst>
            </p:cNvPr>
            <p:cNvSpPr txBox="1"/>
            <p:nvPr/>
          </p:nvSpPr>
          <p:spPr>
            <a:xfrm>
              <a:off x="5860618" y="1497204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A454C5B7-2F99-FBA5-F7B3-C28E90B8D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60618" y="1497204"/>
              <a:ext cx="6086827" cy="5090219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CFF9DCD-6EFD-2B95-66D3-A2E03A2B8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3226" y="1641456"/>
              <a:ext cx="5731066" cy="49093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7229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Brunel University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Byron Creese (Staff)</dc:creator>
  <cp:lastModifiedBy>Byron Creese (Staff)</cp:lastModifiedBy>
  <cp:revision>1</cp:revision>
  <dcterms:created xsi:type="dcterms:W3CDTF">2026-02-24T16:05:22Z</dcterms:created>
  <dcterms:modified xsi:type="dcterms:W3CDTF">2026-02-24T16:11:17Z</dcterms:modified>
</cp:coreProperties>
</file>